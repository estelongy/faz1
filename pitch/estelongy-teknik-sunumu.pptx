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4572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TEKNİK MİMARİ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İnce, hızlı,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ölçeklenebilir.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aktif modül · 14 RLS-korumalı tablo · 3 panel · üretimde.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Deep-Dive  ·  Mayıs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6035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Baş Mimar Ofisi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bir teknoloji kararı — hızlı iterasyon.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65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14 App Router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Server Components, Edge runtime, TypeScript strict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35661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65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+ Postgres 17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RLS, row-level auth, Storage, Realtime, Edge Functions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28800"/>
            <a:ext cx="35661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65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network, otomatik CI/CD, preview deployments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114800"/>
            <a:ext cx="3566160" cy="4114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51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Checkout + Connect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Webhook-driven mutasyon, multi-vendor split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114800"/>
            <a:ext cx="356616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151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MAIL/SMS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4663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Resend · Postmark · Netgsm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26280" y="5212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sağlayıcılı email (failover) + TR SMS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661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114800"/>
            <a:ext cx="35661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1513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4663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Upstash Redis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21040" y="52120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+ user bazlı koruma, lockout, sliding window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· KLINIK PANELI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modül — klinik tek panelden yönetilir.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2194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Randevu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/randevu · /randevular · /takvim — takvim görünümü, drag-drop, çakışma kontrolü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78308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783080"/>
            <a:ext cx="2194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Hastalar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52928" y="2240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/hastalarim · /hasta — hasta dosyası, notlar, tedavi geçmişi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178308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783080"/>
            <a:ext cx="2194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Muhasebe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2240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/muhasebe — günlük yekün, tedavi kataloğu, tahsilat, EGP raporlama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178308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783080"/>
            <a:ext cx="21945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Kredi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24928" y="2240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/kredi — Stripe Checkout, paket alımı, otomatik webhook → bakiye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01200" y="178308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0" y="1783080"/>
            <a:ext cx="21945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10928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Müsaitlik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10928" y="22402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/musaitlik — haftalık slot tanımı, mola, izin günü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91840"/>
            <a:ext cx="21945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Pazarlama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/pazarlama — kupon, kampanya, paylaş bağlantısı, QR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0" y="32918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291840"/>
            <a:ext cx="219456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Mesajlar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52928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/mesajlar — hasta DM, klinik bildirim, okundu işareti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32918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3291840"/>
            <a:ext cx="219456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38928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Yorumlar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38928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/yorumlar — yorum yanıtlama, moderasyon talebi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32918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3291840"/>
            <a:ext cx="219456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424928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/rapor — performans, gelir, randevu KPI dashboard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601200" y="329184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0" y="3291840"/>
            <a:ext cx="2194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10928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Akademi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710928" y="3749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/akademi — kurs satışı, hekim eğitim sertifikasyon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0060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800600"/>
            <a:ext cx="2194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" y="4937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Topluluk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66928" y="5257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/topluluk — klinikler arası bilgi paylaşımı (forum)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0" y="480060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0" y="4800600"/>
            <a:ext cx="21945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52928" y="4937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Destek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852928" y="5257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/destek — ticket sistemi, SLA takibi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29200" y="480060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29200" y="4800600"/>
            <a:ext cx="21945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38928" y="4937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138928" y="5257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/profil — klinik kartı, fotoğraf, hizmet listesi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15200" y="480060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5200" y="4800600"/>
            <a:ext cx="219456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24928" y="4937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424928" y="5257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/klinik/basvur — başvuru → admin onay → KYC akışı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601200" y="4800600"/>
            <a:ext cx="21945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01200" y="4800600"/>
            <a:ext cx="219456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10928" y="4937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EGP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710928" y="5257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clinic-egp.skor günlük hesap, public klinik kartı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· HASTA + MARKETPLACE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Tüketici tarafı — keşiften ödemeye.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PANELİ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Randevularım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/panel/randevularim — geçmiş + planlı, iptal/erteleme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Analizlerim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/panel/analizlerim · /analiz — AI cilt analizi sonuçları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9184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Kurslarım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/panel/kurslarim — Akademi satın alınan içerikler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4048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Siparişlerim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/panel/siparislerim — Marketplace + iade akışı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38912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434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Değerlendirme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/panel/degerlendir — tedavi sonrası 7. gün hatırlatma cron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3776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983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/panel/referral + /r/[code] — kod paylaşım, puan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48640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532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Adresler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5532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/panel/adreslerim — fatura + teslimat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603504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6035040"/>
            <a:ext cx="9144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6080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Hesap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6888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/panel/hesabim — KVKK hak yönetimi, hesap silme cascade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— ESTESTORE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219456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219456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240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Kategori sayfası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75320" y="2240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/estestore/[category] — filtreleme, sıralama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274320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74320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7889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detay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75320" y="2788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/estestore/[category]/[slug] — hekim onaylı rozet, EGP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09360" y="329184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29184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Mağaza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75320" y="33375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/magaza/[slug] · /magaza/satici/[id] — satıcı vitrin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09360" y="384048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384048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Sepet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75320" y="38862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/sepet — kupon, vergi, kargo hesabı server-side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9360" y="438912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438912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37960" y="4434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Ödeme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275320" y="44348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/odeme + /api/checkout/create-intent — Stripe Elements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09360" y="493776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493776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4983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Sipariş takip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75320" y="49834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/siparis/[orderNumber] — kargo takip, fatura PDF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09360" y="548640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09360" y="548640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5532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Kupon doğrulama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275320" y="55321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/api/checkout/validate-coupon — admin tanımlı, kullanım limiti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309360" y="6035040"/>
            <a:ext cx="55778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09360" y="6035040"/>
            <a:ext cx="9144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6080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İade akışı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275320" y="60807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/siparis/.../iade-actions — KVKK uyumlu 14 gün cayma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· SATICI + ADMIN + API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operasyonel katman.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SATICI PANELİ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67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Başvuru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2167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/satici/basvur — auto-create user + vendor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624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yönetimi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624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/satici/panel/urunler — CRUD, görsel, stok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81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Siparişler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74520" y="3081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/satici/panel/siparisler — kargo durumu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204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38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Kazanç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3538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/satici/panel/kazanc — komisyon, payout takibi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776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95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İadeler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3995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/satici/panel/iadeler — iade işlem akışı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4348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53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74520" y="4453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/satici/panel/kyc — vergi, MERSIS, IBAN, ITS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892040"/>
            <a:ext cx="82296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910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Ödeme hesabı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74520" y="4910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/satici/panel/odeme-hesabi — Stripe Connect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97680" y="2148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21488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2167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Klinikler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715000" y="2167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/admin/klinikler — onay, EGP, askıya alma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97680" y="26060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26060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2624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Satıcılar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15000" y="2624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/admin/saticilar — KYC inceleme, onay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97680" y="30632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30632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3081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Kullanıcılar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081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/admin/kullanicilar — rol değişim, ban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97680" y="35204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97680" y="35204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3538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Ürünler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15000" y="3538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/admin/urunler — moderasyon, ön plan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297680" y="39776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39776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3995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Kuponlar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715000" y="3995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/admin/kuponlar — kampanya yönetimi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97680" y="4434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97680" y="44348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4453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İadeler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15000" y="4453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/admin/iadeler — global iade kuyruğu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97680" y="48920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97680" y="48920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80560" y="4910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İçerik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715000" y="4910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/admin/icerik — rehber, akademi içerik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297680" y="53492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97680" y="53492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80560" y="5367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15000" y="5367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/admin/audit — kritik işlem logu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297680" y="58064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297680" y="5806440"/>
            <a:ext cx="82296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80560" y="5824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Hesap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715000" y="5824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/admin/hesap — admin OTP (Netgsm SMS)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82296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CRON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138160" y="2148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38160" y="21488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21040" y="2167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login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555480" y="2167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 — IP+user bruteforce lock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138160" y="26060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38160" y="26060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21040" y="2624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webhook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9555480" y="2624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/api/stripe/webhook — credit + order mutasyon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138160" y="30632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38160" y="30632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0" y="3081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Connect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555480" y="3081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/api/stripe/connect — onboarding link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138160" y="35204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38160" y="35204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21040" y="3538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OTP send/verify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9555480" y="3538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/api/otp/* — Upstash 3/dk limit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38160" y="39776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38160" y="39776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21040" y="39959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Randevu create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555480" y="39959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/api/randevu/create — kredi düş + bildirim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8138160" y="44348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138160" y="44348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21040" y="44531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9555480" y="4453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/api/analiz — AI cilt analizi pipeline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8138160" y="48920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38160" y="48920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21040" y="4910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 · EGP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555480" y="4910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/api/cron/clinic-egp — günlük skor refresh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138160" y="53492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138160" y="53492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321040" y="5367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 · Akademi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9555480" y="5367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/api/cron/akademi-quality-score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8138160" y="5806440"/>
            <a:ext cx="3657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138160" y="5806440"/>
            <a:ext cx="82296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321040" y="5824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 · Review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9555480" y="58247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/api/cron/review-reminder — 7gün sonrası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 ÇIKAN ÖZELLIKLER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Pazarda farkı yapan 6 özellik.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37160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Cilt Analizi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selfie → cilt yaşı + sorun bölgeleri + tedavi önerisi. Paylaşılabilir skor sayfası /paylas/[id].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78308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20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— Güven Puanı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3774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&amp; tedavi bazlı skor. Cron job ile günlük refresh, /preview-skor önizleme, public widget.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83280"/>
            <a:ext cx="137160" cy="1463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Kredi Ekonomisi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9776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ön-ödemeli paketler · webhook-driven atomik mutasyon · audit_log · Refund desteği.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383280"/>
            <a:ext cx="137160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520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Çift kanal e-posta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39776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primary + Postmark fallback. DMARC/DKIM/SPF tam set. Spam puanı 9.8/10.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983480"/>
            <a:ext cx="137160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120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Akıllı rate limit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5778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10/dk, OTP 3/dk, Checkout 5/dk. 15dk lockout + uyarı maili. Upstash sliding window.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9834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983480"/>
            <a:ext cx="137160" cy="1463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5120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KVKK-Ready cascade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29400" y="55778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app_delete_account_cascade — kullanıcı silindiğinde 14 tablo otomatik temizlenir. Audit korunur.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İstek hayatı — kullanıcıdan veritabanına 4 hop.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28800" cy="2194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1280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(PKCE)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ServiceWorker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423160" y="3291840"/>
            <a:ext cx="457200" cy="22860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2286000"/>
            <a:ext cx="1828800" cy="2194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880360"/>
            <a:ext cx="1280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0175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routing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(Upstash)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00600" y="3291840"/>
            <a:ext cx="457200" cy="22860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286000"/>
            <a:ext cx="1828800" cy="2194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SSR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2880360"/>
            <a:ext cx="1280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30175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78040" y="3291840"/>
            <a:ext cx="457200" cy="22860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2286000"/>
            <a:ext cx="1828800" cy="2194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2880360"/>
            <a:ext cx="1280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0175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(JWT)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555480" y="3291840"/>
            <a:ext cx="457200" cy="22860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2286000"/>
            <a:ext cx="1828800" cy="2194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332720" y="2880360"/>
            <a:ext cx="1280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30175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Resend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Postmark · Netgsm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029200"/>
            <a:ext cx="109728" cy="1188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Edge-first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5486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içerik &amp; kimlik kontrolü kullanıcıya en yakın PoP'ta.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502920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5029200"/>
            <a:ext cx="10972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ORM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63440" y="5486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SDK doğrudan SQL/RLS — runtime overhead yok.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29600" y="5029200"/>
            <a:ext cx="3657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5029200"/>
            <a:ext cx="10972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03920" y="54864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state Postgres'te; ölçeklenme yatay.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MODELI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üzerinde 4 domain — açık sınırlı.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37160" cy="2103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PROFİL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auth.users (Supabase)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profiles (role, hp_*)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090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clinics (KYC, EGP)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438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vendors (KYC, Stripe)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828800"/>
            <a:ext cx="137160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KREDİ &amp; TİCARET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29400" y="2395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credit_transactions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credit_balance / settings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3090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orders / order_items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3438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products / vendor_payouts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137160" cy="2103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KLİNİK OPERASYON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681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appointments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internal_patient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376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internal_treatment (+catalog)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724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internal_payment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114800"/>
            <a:ext cx="137160" cy="2103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İÇERİK &amp; İZ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681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analyses (cilt analizi)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5029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reviews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53766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audit_log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572414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notifications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YETKILENDIRME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+ RLS — uygulama katmanında güven yok.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58368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/ rls.sql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Vendor sadece kendi ürününü görebilir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"vendor_own_products"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8833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public.products for 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3522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vendor_id in (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select id from vendors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7588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 user_id = auth.uid()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92277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6966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1655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Admin override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91032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policy "admin_full_access"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15721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public.products for 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40410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65099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(auth.jwt() -&gt; 'app_metadata' -&gt;&gt; 'role')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89788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'admin'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1447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219456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2194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2148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source of truth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25328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Yetki yalnız Postgres'te. Frontend → arka kapı yok.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0" y="324612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55280" y="3200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Owner-based RLS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55280" y="35844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tabloda owner_id / user_id / vendor_id; auth.uid() kıyaslaması.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429768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55280" y="4251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via JWT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55280" y="463600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app_metadata.role server-side imzalı; client değiştiremez.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06640" y="534924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5349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955280" y="5303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PKCE OAuth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55280" y="56875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sıfırlama, magic link, email change — tek modern akış.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AKIŞI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webhook → atomik kredi mutasyonu.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1874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Klinik panel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/api/stripe/checkout → Stripe Session URL döner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82296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06624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371600" y="2706624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7523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 Checkout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09067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Kullanıcı kart bilgisi girer (PCI dışı kalırız)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82296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84448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371600" y="3584448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6301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9684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checkout.session.completed → /api/stripe/webhook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62272"/>
            <a:ext cx="82296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62272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371600" y="4462272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54480" y="450799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transaction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846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add_credit() rpc — credit_balance + tx kaydı atomik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82296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40096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1371600" y="5340096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54480" y="538581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Bildirim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572414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 ile fatura maili + panel realtime push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1828800"/>
            <a:ext cx="3474720" cy="4389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GARANTİLER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23774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Idempotency key — duplikat webhook güvenli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21040" y="29443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Stripe signature doğrulama (HMAC)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351129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transaction — rollback on failure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1040" y="40782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log — her kredi hareketi izlenebilir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21040" y="46451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Stripe Connect — vendor split otomatik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5212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+ Test environment ayrımı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ALTYAPISI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Çift sağlayıcılı email + Türkiye SMS — failover'lı.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406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69164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23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sendEmail()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lib/notifications.ts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2560320" y="2788920"/>
            <a:ext cx="27432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286000"/>
            <a:ext cx="169164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423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REST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480560" y="2788920"/>
            <a:ext cx="27432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286000"/>
            <a:ext cx="169164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423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Postmark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(hata durumu)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400800" y="2788920"/>
            <a:ext cx="27432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286000"/>
            <a:ext cx="169164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23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8346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noreply@estelongy.com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38160" y="1737360"/>
            <a:ext cx="3474720" cy="2103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OTP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194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Netgsm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2788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Türkiye OTP + bildirim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sliding window rate limit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Canlıda 1.2K SMS/ay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GÜVENLİK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SPF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" y="51663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v=spf1 include:resend.com -all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37560" y="4480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DKIM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520440" y="51663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resend._domainkey · 2048-bit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480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DMARC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09360" y="51663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v=DMARC1; p=none; rua=mailto:…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15400" y="448056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TLS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98280" y="51663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StartTLS + SMTPS 465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— SKORLAMA MOTORU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Bilim + veri + denetim → tek skor.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GİRDİLER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109728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Literatür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PubMed/Cochrane atıf gücü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63240"/>
            <a:ext cx="109728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54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Hekim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Ehliyet · deneyim · vaka sayısı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23360"/>
            <a:ext cx="109728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14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verisi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Memnuniyet · sonuç · yan etki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32004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83480"/>
            <a:ext cx="109728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74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Denetim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Şikayet · dava · audit skoru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2103120"/>
            <a:ext cx="3749040" cy="4023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240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SKORLAMA MOTORU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2606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Weighted Bayesian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480560" y="3611880"/>
            <a:ext cx="329184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840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Postgres mat. view (60 dk refresh)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43434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Edge Function — incremental update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48463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Versiyonlu skor (audit trail)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53492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Manuel admin override (gerekçeli)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ÇIKTI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95360" y="2103120"/>
            <a:ext cx="301752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2194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</a:t>
            </a:r>
            <a:endParaRPr lang="en-US" sz="9000" dirty="0"/>
          </a:p>
        </p:txBody>
      </p:sp>
      <p:sp>
        <p:nvSpPr>
          <p:cNvPr id="32" name="Text 30"/>
          <p:cNvSpPr/>
          <p:nvPr/>
        </p:nvSpPr>
        <p:spPr>
          <a:xfrm>
            <a:off x="859536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— HA Dolgu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0" y="4846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/api/egp/{slug}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Widget · SDK · iframe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UYUM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Saldırı yüzeyi bilerek küçük tutuluyor.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13716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RLS-first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tablolarda RLS açık. service_role yalnız webhook + admin işlemi.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737360"/>
            <a:ext cx="13716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limiting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sliding window — login 10/dk, checkout 5/dk, OTP 3/dk.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54680"/>
            <a:ext cx="13716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Brute-force lock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+ user bazlı 15dk lockout, 3+ yanlış denemede uyarı maili.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154680"/>
            <a:ext cx="13716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2918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70332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işlemler (kredi, KYC, role change) immutable audit_log.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572000"/>
            <a:ext cx="13716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KVKK / GDPR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51206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silme cascade fn, veri minimizasyonu, EU-Central region.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4864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572000"/>
            <a:ext cx="137160" cy="1280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Secrets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51206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encrypted env, rotation log, .env asla repo'da değil.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Gözlemlenebilirlik — sorunlar müşteriye varmadan görülür.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CD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691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5400000">
            <a:off x="2267712" y="2286000"/>
            <a:ext cx="13716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2103120"/>
            <a:ext cx="169164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build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4142232" y="2286000"/>
            <a:ext cx="13716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103120"/>
            <a:ext cx="169164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+ lint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6016752" y="2286000"/>
            <a:ext cx="13716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103120"/>
            <a:ext cx="169164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deploy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891272" y="2286000"/>
            <a:ext cx="13716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03120"/>
            <a:ext cx="169164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5400000">
            <a:off x="9765792" y="2286000"/>
            <a:ext cx="137160" cy="182880"/>
          </a:xfrm>
          <a:prstGeom prst="rightTri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2103120"/>
            <a:ext cx="169164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1031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METRİKLER (PROD)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91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291840"/>
            <a:ext cx="2697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429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(90gün)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291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3291840"/>
            <a:ext cx="2697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429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300ms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361188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291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291840"/>
            <a:ext cx="2697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429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50ms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49224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p95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89720" y="329184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3291840"/>
            <a:ext cx="2697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34290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937260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P0 bug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937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ARAÇLAR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Sentry (error + perf)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976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Vercel Analytics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95528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Supabase Logs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Stripe Dashboard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2976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Resend Logs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95528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Custom audit_log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Bugün 10K kullanıcı. Yarın 1M — aynı mimari.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612880" cy="548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8076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(50K)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8972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 (500K)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Pro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replica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8972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Sharded + replica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11612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346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(Upstash)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9720" y="2834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Multi-region cache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832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7180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Edge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8076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 + R2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CDN multi-cloud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116128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7180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Functions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8076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Inngest jobs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8972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Inngest + worker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11612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480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71800" y="4480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next/image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4480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Cloudflare Images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89720" y="4480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AI upscale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612880" cy="8686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6235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dikey ölçeklenme + Vercel yatay ölçeklenme — Faz 3'e kadar mimari değişikliği YOK.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AÇIK KONULAR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Şeffaf teknik borç + ilk 90 gün planı.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TEKNİK BORÇ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486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0312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 renk paleti — marka tutarsızlığı (navy/gold/green geçişi planlı)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80360"/>
            <a:ext cx="5486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8036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8803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test coverage %35 — Playwright ile %80 hedefi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57600"/>
            <a:ext cx="5486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5760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65760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 manuel — KYC otomasyon yok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34840"/>
            <a:ext cx="5486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434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434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uygulama yok — şu an PWA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5486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212080"/>
            <a:ext cx="54864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21208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5212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altyapısı kısmi — sadece TR aktif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90 GÜN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2103120"/>
            <a:ext cx="548640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0-30 GÜN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468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&amp; audit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tanıma, kritik akış incelemesi, test coverage baseline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474720"/>
            <a:ext cx="548640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566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GÜN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8404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+ observability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251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suite, Sentry alerts, p95 latency takip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846320"/>
            <a:ext cx="548640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937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60-90 GÜN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5212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v1 + scale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92240" y="5623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motor production, read replica, kapasite testi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PLANI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ayda 4 kişiden 12 kişiye.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5661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CTO / VP Eng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sahibi · ekip kuran · ürün-mühendislik köprüsü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35661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Sr. Full-stack (2)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1-3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Supabase + Stripe deneyimi · TR/EU remote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828800"/>
            <a:ext cx="356616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Sr. Backend /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3-6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66760" y="24688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tuning · EGP motoru · analitik pipeline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23360"/>
            <a:ext cx="35661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 / SRE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6-9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CI/CD · incident response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4023360"/>
            <a:ext cx="356616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(RN)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2628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6-12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4663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+ klinik native uygulamaları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66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4023360"/>
            <a:ext cx="3566160" cy="4572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/ SDET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9-12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6634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regresyon · release gate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675120"/>
            <a:ext cx="402336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ESTELONGY  ·  Teknik Mimari Sunumu  ·  CTO Brifingi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00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ESTELONGY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Üretimde çalışan bir sistem.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Büyütmeyi bekleyen bir mimari.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65176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sayfa rotası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840480"/>
            <a:ext cx="265176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4754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+ 3 cron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265176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4754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3840480"/>
            <a:ext cx="2651760" cy="1554480"/>
          </a:xfrm>
          <a:prstGeom prst="rect">
            <a:avLst/>
          </a:prstGeom>
          <a:solidFill>
            <a:srgbClr val="0F216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235440" y="4754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P0 bug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Aranılan: ürünü değil, kategoriyi inşa etmek isteyen CTO ortağı.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estelongy@gmail.com  ·  estelongy.com  ·  github.com/estelongy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2026-05-13T16:04:19Z</dcterms:created>
  <dcterms:modified xsi:type="dcterms:W3CDTF">2026-05-13T16:04:19Z</dcterms:modified>
</cp:coreProperties>
</file>